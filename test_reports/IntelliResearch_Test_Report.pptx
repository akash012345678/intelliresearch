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VERIFICATION ARCHITECTURE | INTELLIRESEARCH SYSTEM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Testing Methodology, Test Scope &amp; Verification Environment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38328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Environment &amp; Hardware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Host Platform: Windows 11 (Build 10.0.26200)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Processor: Intel Core 7 150U (12 Cores)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Memory (RAM): 15.69 GB Total (~3.41 GB Available)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Python Runtime: Python 3.13.7 (Virtualenv: backend/venv)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Node.js Runtime: Node.js v22.19.0 / npm 10.9.3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Relational DB: SQLite 3 (intelliresearch.db)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Vector Index: FAISS-CPU 1.15.1 (IndexFlatIP)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Embedding Model: Sentence-BERT all-MiniLM-L6-v2 (384-d)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PDF / NLP Parser: PyMuPDF 1.28.2 (fitz) + Rule-Based NLP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Execution Mode: Local CPU-only (Zero External API Keys)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80160"/>
            <a:ext cx="365760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371600"/>
            <a:ext cx="3291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Testing Types &amp; Test Harnesses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• Unit &amp; Component Tests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  FastAPI endpoints, Pydantic schemas, and SQLAlchemy ORM models tested in isolation.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• Pytest Regression Suite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  477 collected test cases across 65 regression modules covering gaps, proposals, and citations.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• Performance Benchmarking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  3-run PDF parsing, 5-query semantic latency, 5-run NetworkX graph, and 5-run gap analysis.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• Static Code Analysis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  Oxlint (91 lint rules across 51 frontend modules); Pydantic V2 schema validations.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• Production Bundle Build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  Vite 8.1.3 client bundle compilation and asset minification check.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• 10-Stage Workflow E2E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  Non-destructive verification across upload, indexing, graph, gaps, badges, references, and audit.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280160"/>
            <a:ext cx="329184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371600"/>
            <a:ext cx="29260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Test Scope &amp; Integrity Conditions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• Database Isolation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  Pytest suite forces isolated temporary SQLite database (test_runner_temp.db), completely isolating production data.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• Cold vs. Warm Benchmarks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  Explicit separation of cold SBERT model initialization from warm sub-millisecond FAISS search passes.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• Uncached Embedding Tests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  Cache explicitly purged between query iterations to record true CPU inference latencies.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• Authentic Evidence Base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  Empirical evaluations executed against 3 actual research papers (Evaluating YOLO, Swin-A, Plant Pathology).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• Honest Outcome Criteria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  Zero assertion softening, zero deleted tests, and complete reporting of all remaining failures.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TEST EXECUTION METRICS | BASELINE PYTEST SUITE (100.50S)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Automated Test Suite Results &amp; Pytest Failure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51460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2514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477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Total Tests Collected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280160"/>
            <a:ext cx="251460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1371600"/>
            <a:ext cx="2514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392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Passed Tests (82.18%)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280160"/>
            <a:ext cx="251460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371600"/>
            <a:ext cx="2514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43F5E"/>
                </a:solidFill>
              </a:defRPr>
            </a:pPr>
            <a:r>
              <a:t>83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Failed Tests (17.40%)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280160"/>
            <a:ext cx="251460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23960" y="1371600"/>
            <a:ext cx="2514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</a:defRPr>
            </a:pPr>
            <a:r>
              <a:t>1 Skip / 1 Err</a:t>
            </a:r>
          </a:p>
          <a:p>
            <a:pPr algn="ctr">
              <a:defRPr sz="1000">
                <a:solidFill>
                  <a:srgbClr val="F43F5E"/>
                </a:solidFill>
              </a:defRPr>
            </a:pPr>
            <a:r>
              <a:t>Suite Status: FAILED (Exit 1)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560320"/>
            <a:ext cx="512064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914400" y="2743200"/>
          <a:ext cx="47548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97280"/>
                <a:gridCol w="13716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8FAFC"/>
                          </a:solidFill>
                        </a:defRPr>
                      </a:pPr>
                      <a:r>
                        <a:t>Execution Metric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8FAFC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8FAFC"/>
                          </a:solidFill>
                        </a:defRPr>
                      </a:pPr>
                      <a:r>
                        <a:t>Rate / Basis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Total Tests Collected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477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6B6D4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Passed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392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6B6D4"/>
                          </a:solidFill>
                        </a:defRPr>
                      </a:pPr>
                      <a:r>
                        <a:t>82.18% (of 477)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Failed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6B6D4"/>
                          </a:solidFill>
                        </a:defRPr>
                      </a:pPr>
                      <a:r>
                        <a:t>17.40% (of 477)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Skipped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6B6D4"/>
                          </a:solidFill>
                        </a:defRPr>
                      </a:pPr>
                      <a:r>
                        <a:t>0.21% (missing PDF)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Setup Errors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6B6D4"/>
                          </a:solidFill>
                        </a:defRPr>
                      </a:pPr>
                      <a:r>
                        <a:t>0.21% (NOT NULL err)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Pass Rate (excl. skip/err)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392 / 475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6B6D4"/>
                          </a:solidFill>
                        </a:defRPr>
                      </a:pPr>
                      <a:r>
                        <a:t>82.53% Pass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6035040" y="2560320"/>
            <a:ext cx="539496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65176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Major Failure Categories &amp; Confirmed Root Causes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• Missing Project Fixture in Isolated DB (23 tests):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  Tests hardcode Project ID 6; test runner initializes clean empty DB (test_runner_temp.db), causing HTTP 404.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• API Parameter Signature Changes (11 tests):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  PDF engine parameter refactored from 'report' to 'manuscript' / API routes scoped under /projects/{id}.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• Scratch Diagnostics Collected (2 tests):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  Test runner collected unseeded scripts in backend/scratch without initializing SQLite schema.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• DB NOT NULL Constraint Violation (1 error):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  setup_project6_data inserts ResearchPaper with full_text=None into non-nullable column.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• Label &amp; Taxonomy Normalization (9 tests):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  Assertion differences: 'IoU' normalized to 'IoU (Intersection over Union)' and prompt badge wording.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• Missing Test Asset (1 skipped test):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  test_04_real_pdf_end_to_end_pipeline skipped due to absent PD-Final Report.pdf.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EMPIRICAL PROFILING | 3 MULTI-PAGE RESEARCH PAPERS &amp; SBERT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Performance Evaluation, Benchmark Findings &amp; Next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685800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463040"/>
          <a:ext cx="6492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188720"/>
                <a:gridCol w="1188720"/>
                <a:gridCol w="1645920"/>
              </a:tblGrid>
              <a:tr h="508000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8FAFC"/>
                          </a:solidFill>
                        </a:defRPr>
                      </a:pPr>
                      <a:r>
                        <a:t>Benchmark Operation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8FAFC"/>
                          </a:solidFill>
                        </a:defRPr>
                      </a:pPr>
                      <a:r>
                        <a:t>Mean Time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8FAFC"/>
                          </a:solidFill>
                        </a:defRPr>
                      </a:pPr>
                      <a:r>
                        <a:t>Min / Max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8FAFC"/>
                          </a:solidFill>
                        </a:defRPr>
                      </a:pPr>
                      <a:r>
                        <a:t>Benchmark Scope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Paper 1: YOLO Object Detectors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</a:defRPr>
                      </a:pPr>
                      <a:r>
                        <a:t>272.1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6B6D4"/>
                          </a:solidFill>
                        </a:defRPr>
                      </a:pPr>
                      <a:r>
                        <a:t>242.2 / 311.0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411 KB, 6 pages (3 trials)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Paper 2: Plant Pathology Deep 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</a:defRPr>
                      </a:pPr>
                      <a:r>
                        <a:t>449.6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6B6D4"/>
                          </a:solidFill>
                        </a:defRPr>
                      </a:pPr>
                      <a:r>
                        <a:t>367.4 / 498.0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2.37 MB, 10 pages (3 trials)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Paper 3: Swin-A Transformer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</a:defRPr>
                      </a:pPr>
                      <a:r>
                        <a:t>968.7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6B6D4"/>
                          </a:solidFill>
                        </a:defRPr>
                      </a:pPr>
                      <a:r>
                        <a:t>958.8 / 987.1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1.59 MB, 15 pages (3 trials)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Cold SBERT Model Load (CPU)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</a:defRPr>
                      </a:pPr>
                      <a:r>
                        <a:t>11,155.7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6B6D4"/>
                          </a:solidFill>
                        </a:defRPr>
                      </a:pPr>
                      <a:r>
                        <a:t>11.16 s cold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sentence-transformers lazy init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Query Embedding Gen (CPU)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</a:defRPr>
                      </a:pPr>
                      <a:r>
                        <a:t>16.48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6B6D4"/>
                          </a:solidFill>
                        </a:defRPr>
                      </a:pPr>
                      <a:r>
                        <a:t>9.77 / 21.59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384-d uncached (5 queries x 5)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FAISS Vector Index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</a:defRPr>
                      </a:pPr>
                      <a:r>
                        <a:t>0.361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6B6D4"/>
                          </a:solidFill>
                        </a:defRPr>
                      </a:pPr>
                      <a:r>
                        <a:t>0.186 / 2.435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IndexFlatIP similarity (3 papers)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End-to-End Semantic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</a:defRPr>
                      </a:pPr>
                      <a:r>
                        <a:t>2.164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6B6D4"/>
                          </a:solidFill>
                        </a:defRPr>
                      </a:pPr>
                      <a:r>
                        <a:t>1.382 / 5.573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Emb + FAISS + DB hydration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Knowledge Graph 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</a:defRPr>
                      </a:pPr>
                      <a:r>
                        <a:t>1.63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6B6D4"/>
                          </a:solidFill>
                        </a:defRPr>
                      </a:pPr>
                      <a:r>
                        <a:t>1.19 / 2.03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43 nodes, 64 edges (5 runs)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0" y="1280160"/>
            <a:ext cx="365760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371600"/>
            <a:ext cx="3291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Key Findings &amp; Next Steps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• Sub-Millisecond FAISS Search: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  Vector similarity retrieval executes in 0.36 ms mean, enabling real-time interactive search across indexed papers.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• Rapid Knowledge Graph: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  Constructs 43-node / 64-edge NetworkX concept graphs in 1.63 ms mean without database lag.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• Warm Gap Analysis Latency: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  Initial cold multi-signal gap pass takes 556 ms; cached warm evaluations complete in ~56 ms mean.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• 100% Frontend Build Success: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  Production Vite client compiles in 1.09s without chunk failures; Oxlint identified 13 unused variables/escapes.</a:t>
            </a:r>
          </a:p>
          <a:p>
            <a:pPr>
              <a:defRPr sz="950" b="1">
                <a:solidFill>
                  <a:srgbClr val="F59E0B"/>
                </a:solidFill>
              </a:defRPr>
            </a:pPr>
            <a:r>
              <a:t>• Important Scope Limitation: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  Note: Benchmarks reflect an indexed corpus of 3 papers. Global research gap validity and AI generation quality have not been evaluated on large-scale literature.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• Next Engineering Steps: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  1. Seed Project 6 fixtures in conftest.py.</a:t>
            </a:r>
            <a:br/>
            <a:r>
              <a:t>2. Fix PDF engine parameter signature mismatch.</a:t>
            </a:r>
            <a:br/>
            <a:r>
              <a:t>3. Add NOT NULL full_text default in test setup.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